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INGEST PIPELINE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DETAIL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228600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Public Dataset → BigQuery Raw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Flood-It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Source: </a:t>
            </a:r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firebase-public-project.analytics_153293282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scripts/run_pipeline.py --project game-analytics-22 --run ingest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920240"/>
            <a:ext cx="1828800" cy="25603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30428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926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Entrypoint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run_pipeline.py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3017520"/>
            <a:ext cx="22860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68880" y="1920240"/>
            <a:ext cx="1828800" cy="25603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108960" y="219456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60" y="230428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60320" y="2926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Setup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60320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firebase_public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_loader.py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3017520"/>
            <a:ext cx="228600" cy="228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663440" y="1920240"/>
            <a:ext cx="2286000" cy="25603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532120" y="219456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6420" y="2304288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54880" y="2926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754880" y="3520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firebase_public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_loader.py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020" y="3017520"/>
            <a:ext cx="228600" cy="2286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315200" y="1920240"/>
            <a:ext cx="1554480" cy="25603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7818120" y="219456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2420" y="2304288"/>
            <a:ext cx="320040" cy="32004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406640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7406640" y="3520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firebase_public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_loader.py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27432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Step 1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246888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Step 2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466344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Step 3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7315200" y="4572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Step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 Map &amp; Responsibilities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280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scripts/run_pipeline.py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0" y="1298448"/>
            <a:ext cx="1920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Entrypoint &amp; Orchestrator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417320" y="1645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CLI args → gọi step_ingest() → import FirebasePublicLoader → điều phối 3 sub-steps → print kết quả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423160"/>
            <a:ext cx="731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26974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889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src/ingestion/firebase_public_loader.py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583680" y="2532888"/>
            <a:ext cx="1920240" cy="27432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Ingestion Engine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417320" y="28803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FirebasePublicLoader: create_raw_schemas(), ingest_date_range(), _build_extraction_query(), show_raw_stats(), show_event_breakdown()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65760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6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2336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config/settings.py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583680" y="3767328"/>
            <a:ext cx="192024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417320" y="41148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SourceConfig (project, dataset, date range), BigQueryConfig (datasets, location), MLConfig, ScheduleConfig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1-2: Init &amp; Schema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070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 Entrypoint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run_pipeline.py</a:t>
            </a:r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Parse --project, --run, --date-from, --date-to
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step_ingest(project_id, date_from, date_to)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Import FirebasePublicLoader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loader = FirebasePublicLoader(project_id)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loader.create_raw_schemas()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loader.ingest_date_range(...)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loader.show_raw_stats()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6. loader.show_event_breakdown()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2743200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3776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188720"/>
            <a:ext cx="3931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5120640" y="12070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 create_raw_schemas()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120640" y="17830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firebase_public_loader.py</a:t>
            </a:r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Create Dataset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BigQuery.Dataset(game-analytics-22.game_raw)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location='US', create_dataset(exists_ok=True)
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Drop Old Table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delete_table(game_raw.raw_events)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not_found_ok=True (skip if not exist)
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drop?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Avoid schema conflict between 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and new table structure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3: Extract &amp; Flatten (Core)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2743200" cy="10972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SOURCE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firebase-public-project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.analytics_153293282.events_*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554480"/>
            <a:ext cx="274320" cy="274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0" y="1188720"/>
            <a:ext cx="2286000" cy="10972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41732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51960" y="1280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FLATTEN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_build_extraction_query()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554480"/>
            <a:ext cx="274320" cy="27432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583680" y="1188720"/>
            <a:ext cx="2286000" cy="10972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1417320"/>
            <a:ext cx="365760" cy="3657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178040" y="12801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DESTINATION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game-analytics-22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.game_raw.raw_events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274320" y="256032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274320" y="2560320"/>
            <a:ext cx="201168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0"/>
          <p:cNvSpPr/>
          <p:nvPr/>
        </p:nvSpPr>
        <p:spPr>
          <a:xfrm>
            <a:off x="365760" y="25786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Core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365760" y="2807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cols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384048" y="3154680"/>
            <a:ext cx="1792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PARSE_DATE → event_date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TIMESTAMP_MICROS → event_timestamp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event_value_in_usd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2423160" y="256032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2423160" y="2560320"/>
            <a:ext cx="201168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15"/>
          <p:cNvSpPr/>
          <p:nvPr/>
        </p:nvSpPr>
        <p:spPr>
          <a:xfrm>
            <a:off x="2514600" y="25786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 RECORD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2514600" y="2807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cols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2532888" y="3154680"/>
            <a:ext cx="1792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device.category → device_category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device.mobile_brand_name → device_brand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geo.continent → geo_continent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geo.country → geo_country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traffic_source.source → traffic_source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+ 10 more fields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4572000" y="256032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572000" y="2560320"/>
            <a:ext cx="20116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0"/>
          <p:cNvSpPr/>
          <p:nvPr/>
        </p:nvSpPr>
        <p:spPr>
          <a:xfrm>
            <a:off x="4663440" y="25786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UNNEST event_params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663440" y="2807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cols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4681728" y="3154680"/>
            <a:ext cx="1792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UNNEST(event_params)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key='level' → param_level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key='score' → param_score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key='board' → param_board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key='success' → param_success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key='engagement_time_msec'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+ 4 more keys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6720840" y="256032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720840" y="2560320"/>
            <a:ext cx="20116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25"/>
          <p:cNvSpPr/>
          <p:nvPr/>
        </p:nvSpPr>
        <p:spPr>
          <a:xfrm>
            <a:off x="6812280" y="25786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6812280" y="2807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cols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6830568" y="3154680"/>
            <a:ext cx="1792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user_pseudo_id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user_first_touch_timestamp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_ingestion_timestamp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_source_date_suffix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34 columns  |  ~5.7M rows  |  ~2.1 GB scan  |  ~10s server-side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3: SQL Execution Detail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4114800" cy="3657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ingest_date_range()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556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7099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dates → suffix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"2018-06-12" → "20180612"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957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3500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_build_extraction_query()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34 cols FROM events_*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_TABLE_SUFFIX BETWEEN ...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358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990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as DDL: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REPLACE TABLE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`game_raw.raw_events`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...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75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3630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client.query(sql).result()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server-side execution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data through local machine)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3159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42702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COUNT(*) to verify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(metadata may lag on sandbox)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188720"/>
            <a:ext cx="4206240" cy="3657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17373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CREATE TABLE AS SELECT?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19385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sandbox (free tier) silently writes 0 rows when using job_config.destination. DDL is more reliable for cross-project queries.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25146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 PARTITION BY?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7157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sandbox cannot write to partitioned tables via DDL. Confirmed by isolation test: partition → 0 rows, no partition → data OK.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2918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UNNEST subqueries?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4930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event_params is REPEATED RECORD (array of key-value). Correlated subquery (SELECT ... FROM UNNEST WHERE key=X) is the standard GA4 pattern.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40690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server-side only?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42702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~2.1GB data stays in Google network. No local download, no RAM usage, no egress cost.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4: Verification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618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07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show_raw_stats()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total_rows (expect ~5.7M)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unique_users (expect ~15K)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unique_events (expect ~15 types)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earliest_date → 2018-06-12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latest_date → 2018-10-03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days_of_data (expect ~114)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4114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4114800" cy="4572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6187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2070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show_event_breakdown()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18288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event_name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per event type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unique_users per event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SUM(event_value_in_usd)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AVG(engagement_time_msec)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count DESC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931920"/>
            <a:ext cx="841248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 (raw_events)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40080" y="42519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columns  |  ~5,700,000 rows  |  114 days  |  15,175 users  |  ~15 event types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008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events: session_start, user_engagement, level_start, level_end, level_up, post_score, level_retry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Ingest Pipeline Workflow</dc:title>
  <dc:subject>PptxGenJS Presentation</dc:subject>
  <dc:creator>Game Analytics Pipeline</dc:creator>
  <cp:lastModifiedBy>Game Analytics Pipeline</cp:lastModifiedBy>
  <cp:revision>1</cp:revision>
  <dcterms:created xsi:type="dcterms:W3CDTF">2026-04-02T07:31:26Z</dcterms:created>
  <dcterms:modified xsi:type="dcterms:W3CDTF">2026-04-02T07:31:26Z</dcterms:modified>
</cp:coreProperties>
</file>